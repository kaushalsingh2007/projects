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Phase Transition in Multi-Agent Learning</a:t>
            </a:r>
          </a:p>
          <a:p>
            <a:r>
              <a:t>via Thermodynamic Incentives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Engineering Emergent Cooperation Through Reward Design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COMPONENTS:</a:t>
            </a:r>
          </a:p>
          <a:p/>
          <a:p>
            <a:r>
              <a:t>• AGENTS: Learn strategies via policy gradient</a:t>
            </a:r>
          </a:p>
          <a:p>
            <a:r>
              <a:t>  - Three actions: Cooperate, Defect, Neutral</a:t>
            </a:r>
          </a:p>
          <a:p>
            <a:r>
              <a:t>  - Stochastic policies with exploration</a:t>
            </a:r>
          </a:p>
          <a:p/>
          <a:p>
            <a:r>
              <a:t>• NETWORK: Agents interact on graph topology</a:t>
            </a:r>
          </a:p>
          <a:p>
            <a:r>
              <a:t>  - Random, small-world, scale-free networks</a:t>
            </a:r>
          </a:p>
          <a:p>
            <a:r>
              <a:t>  - Pairwise games on network edges</a:t>
            </a:r>
          </a:p>
          <a:p/>
          <a:p>
            <a:r>
              <a:t>• REWARDS: Local payoffs + global incentives</a:t>
            </a:r>
          </a:p>
          <a:p>
            <a:r>
              <a:t>  - Game theory payoff matrix</a:t>
            </a:r>
          </a:p>
          <a:p>
            <a:r>
              <a:t>  - Thermodynamic monitoring</a:t>
            </a:r>
          </a:p>
          <a:p/>
          <a:p>
            <a:r>
              <a:t>• LEARNING: Policy gradient with value baselines</a:t>
            </a:r>
          </a:p>
          <a:p>
            <a:r>
              <a:t>  - REINFORCE-style updates</a:t>
            </a:r>
          </a:p>
          <a:p>
            <a:r>
              <a:t>  - Convergence to equilibrium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Approach: Why It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REWARD:</a:t>
            </a:r>
          </a:p>
          <a:p>
            <a:r>
              <a:t>R_i = P[a_i, a_j] + β × α × C_pop</a:t>
            </a:r>
          </a:p>
          <a:p/>
          <a:p>
            <a:r>
              <a:t>PROBLEM:</a:t>
            </a:r>
          </a:p>
          <a:p>
            <a:r>
              <a:t>• All agents receive global incentive</a:t>
            </a:r>
          </a:p>
          <a:p>
            <a:r>
              <a:t>• Regardless of their individual action</a:t>
            </a:r>
          </a:p>
          <a:p>
            <a:r>
              <a:t>• Defectors rewarded for others' cooperation</a:t>
            </a:r>
          </a:p>
          <a:p/>
          <a:p>
            <a:r>
              <a:t>RESULT:</a:t>
            </a:r>
          </a:p>
          <a:p>
            <a:r>
              <a:t>• No incentive to cooperate</a:t>
            </a:r>
          </a:p>
          <a:p>
            <a:r>
              <a:t>• System stuck in defective equilibrium</a:t>
            </a:r>
          </a:p>
          <a:p>
            <a:r>
              <a:t>• Flat cooperation curve (~10% across all α)</a:t>
            </a:r>
          </a:p>
          <a:p>
            <a:r>
              <a:t>• NO PHASE TRANSITION OBSERVED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Breakthrough: Modified Reward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(Failed):</a:t>
            </a:r>
          </a:p>
          <a:p>
            <a:r>
              <a:t>R_i = P[a_i, a_j] + β × α × C_pop</a:t>
            </a:r>
          </a:p>
          <a:p>
            <a:r>
              <a:t>"Everyone gets global bonus"</a:t>
            </a:r>
          </a:p>
          <a:p/>
          <a:p>
            <a:r>
              <a:t>AFTER (Success):</a:t>
            </a:r>
          </a:p>
          <a:p>
            <a:r>
              <a:t>R_i = P[a_i, a_j] + β × α × C_pop × I(a_i == C)</a:t>
            </a:r>
          </a:p>
          <a:p>
            <a:r>
              <a:t>"Only cooperators get global bonus"</a:t>
            </a:r>
          </a:p>
          <a:p/>
          <a:p>
            <a:r>
              <a:t>KEY INSIGHT:</a:t>
            </a:r>
          </a:p>
          <a:p>
            <a:r>
              <a:t>• If you cooperate → You get global bonus</a:t>
            </a:r>
          </a:p>
          <a:p>
            <a:r>
              <a:t>• If you defect → You get NO global bonus</a:t>
            </a:r>
          </a:p>
          <a:p>
            <a:r>
              <a:t>• Incentives properly aligned with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Transition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RESULTS:</a:t>
            </a:r>
          </a:p>
          <a:p/>
          <a:p>
            <a:r>
              <a:t>• Sharp phase transition at α_c ≈ 2.8</a:t>
            </a:r>
          </a:p>
          <a:p>
            <a:r>
              <a:t>• Cooperation jumps: 26% → 98%</a:t>
            </a:r>
          </a:p>
          <a:p>
            <a:r>
              <a:t>• Clear phase separation achieved</a:t>
            </a:r>
          </a:p>
          <a:p/>
          <a:p>
            <a:r>
              <a:t>PHASES IDENTIFIED:</a:t>
            </a:r>
          </a:p>
          <a:p>
            <a:r>
              <a:t>• Defection Phase: α &lt; 2.8 (C &lt; 0.3)</a:t>
            </a:r>
          </a:p>
          <a:p>
            <a:r>
              <a:t>• Mixed Phase: α ≈ 2.8 (C ≈ 0.3-0.7)</a:t>
            </a:r>
          </a:p>
          <a:p>
            <a:r>
              <a:t>• Cooperation Phase: α &gt; 2.8 (C &gt; 0.7)</a:t>
            </a:r>
          </a:p>
          <a:p/>
          <a:p>
            <a:r>
              <a:t>BREAKTHROUGH:</a:t>
            </a:r>
          </a:p>
          <a:p>
            <a:r>
              <a:t>Modified reward system creates dramatic behavioral change</a:t>
            </a:r>
          </a:p>
          <a:p>
            <a:r>
              <a:t>Simple conditional incentive enables phase transition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Phase Transition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MECHANISM:</a:t>
            </a:r>
          </a:p>
          <a:p/>
          <a:p>
            <a:r>
              <a:t>LOW α (Defection Phase):</a:t>
            </a:r>
          </a:p>
          <a:p>
            <a:r>
              <a:t>• Local payoffs dominate rewards</a:t>
            </a:r>
          </a:p>
          <a:p>
            <a:r>
              <a:t>• Defection yields higher individual payoff</a:t>
            </a:r>
          </a:p>
          <a:p>
            <a:r>
              <a:t>• Global incentive too weak to matter</a:t>
            </a:r>
          </a:p>
          <a:p/>
          <a:p>
            <a:r>
              <a:t>HIGH α (Cooperation Phase):</a:t>
            </a:r>
          </a:p>
          <a:p>
            <a:r>
              <a:t>• Global incentive dominates rewards</a:t>
            </a:r>
          </a:p>
          <a:p>
            <a:r>
              <a:t>• Cooperation becomes individually optimal</a:t>
            </a:r>
          </a:p>
          <a:p>
            <a:r>
              <a:t>• New Nash equilibrium emerges</a:t>
            </a:r>
          </a:p>
          <a:p/>
          <a:p>
            <a:r>
              <a:t>CRITICAL POINT (α_c ≈ 2.8):</a:t>
            </a:r>
          </a:p>
          <a:p>
            <a:r>
              <a:t>• Competing forces balance</a:t>
            </a:r>
          </a:p>
          <a:p>
            <a:r>
              <a:t>• System highly sensitive to changes</a:t>
            </a:r>
          </a:p>
          <a:p>
            <a:r>
              <a:t>• Small α changes cause big behavior changes</a:t>
            </a:r>
          </a:p>
          <a:p/>
          <a:p>
            <a:r>
              <a:t>THERMODYNAMIC SIGNATURE:</a:t>
            </a:r>
          </a:p>
          <a:p>
            <a:r>
              <a:t>• Energy: Lower in cooperative phase (more favorable)</a:t>
            </a:r>
          </a:p>
          <a:p>
            <a:r>
              <a:t>• Entropy: Decreases as system 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Engineering Collective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ACHIEVEMENTS:</a:t>
            </a:r>
          </a:p>
          <a:p>
            <a:r>
              <a:t>✅ Successfully engineered phase transition</a:t>
            </a:r>
          </a:p>
          <a:p>
            <a:r>
              <a:t>✅ Cooperation levels up to 98% achieved</a:t>
            </a:r>
          </a:p>
          <a:p>
            <a:r>
              <a:t>✅ Clear mechanism identified</a:t>
            </a:r>
          </a:p>
          <a:p>
            <a:r>
              <a:t>✅ Thermodynamic framework intact</a:t>
            </a:r>
          </a:p>
          <a:p/>
          <a:p>
            <a:r>
              <a:t>KEY INSIGHTS:</a:t>
            </a:r>
          </a:p>
          <a:p>
            <a:r>
              <a:t>• Reward alignment is crucial for collective behavior</a:t>
            </a:r>
          </a:p>
          <a:p>
            <a:r>
              <a:t>• Phase transitions emerge from incentive structure</a:t>
            </a:r>
          </a:p>
          <a:p>
            <a:r>
              <a:t>• Simple changes create dramatic effects</a:t>
            </a:r>
          </a:p>
          <a:p/>
          <a:p>
            <a:r>
              <a:t>APPLICATIONS:</a:t>
            </a:r>
          </a:p>
          <a:p>
            <a:r>
              <a:t>• Multi-agent system design</a:t>
            </a:r>
          </a:p>
          <a:p>
            <a:r>
              <a:t>• Collective intelligence engineering</a:t>
            </a:r>
          </a:p>
          <a:p>
            <a:r>
              <a:t>• Social dynamics modeling</a:t>
            </a:r>
          </a:p>
          <a:p>
            <a:r>
              <a:t>• AI coordination systems</a:t>
            </a:r>
          </a:p>
          <a:p/>
          <a:p>
            <a:r>
              <a:t>CORE MESSAGE:</a:t>
            </a:r>
          </a:p>
          <a:p>
            <a:r>
              <a:t>"Align individual incentives with collective goals</a:t>
            </a:r>
          </a:p>
          <a:p>
            <a:r>
              <a:t>to engineer emergent cooperation"</a:t>
            </a:r>
          </a:p>
          <a:p/>
          <a:p>
            <a:r>
              <a:t>FUTURE DIRECTIONS:</a:t>
            </a:r>
          </a:p>
          <a:p>
            <a:r>
              <a:t>• Critical phenomena analysis</a:t>
            </a:r>
          </a:p>
          <a:p>
            <a:r>
              <a:t>• Network topology effects</a:t>
            </a:r>
          </a:p>
          <a:p>
            <a:r>
              <a:t>• Real-world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